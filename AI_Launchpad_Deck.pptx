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21327" y="1234440"/>
            <a:ext cx="3749039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●  Powered by AMD GPUs · Fireworks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628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8FAFC"/>
                </a:solidFill>
                <a:latin typeface="Calibri"/>
              </a:rPr>
              <a:t>AI </a:t>
            </a:r>
            <a:r>
              <a:rPr sz="6000" b="1" i="0">
                <a:solidFill>
                  <a:srgbClr val="38BDF8"/>
                </a:solidFill>
                <a:latin typeface="Calibri"/>
              </a:rPr>
              <a:t>Launchpad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290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Turn one idea into a full startup kit in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BDF8"/>
                </a:solidFill>
                <a:latin typeface="Calibri"/>
              </a:rPr>
              <a:t>AMD Developer Hackathon: ACT II  ·  Unicorn Track (Open Innovation)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Jeyanth Balaji 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Calibri"/>
              </a:rPr>
              <a:t>The blank-page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94A3B8"/>
                </a:solidFill>
                <a:latin typeface="Calibri"/>
              </a:rPr>
              <a:t>Starting a business means hours of work before you can show anyone your idea.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23160"/>
            <a:ext cx="3419856" cy="237744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" y="2743200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8FAFC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611880"/>
            <a:ext cx="2779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"/>
              </a:rPr>
              <a:t>Naming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114800"/>
            <a:ext cx="277977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Brainstorming a name, tagline, and value proposition that actually lands.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17136" y="2423160"/>
            <a:ext cx="3419856" cy="237744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37176" y="2743200"/>
            <a:ext cx="640080" cy="64008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8FAF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7176" y="3611880"/>
            <a:ext cx="2779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"/>
              </a:rPr>
              <a:t>Copywriting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4114800"/>
            <a:ext cx="277977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Writing a landing page — headline, features, and a call to 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2423160"/>
            <a:ext cx="3419856" cy="237744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31352" y="2743200"/>
            <a:ext cx="640080" cy="6400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8FAFC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2" y="3611880"/>
            <a:ext cx="2779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"/>
              </a:rPr>
              <a:t>Branding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4114800"/>
            <a:ext cx="277977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Choosing colors, a logo direction, and a consistent visual identity.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  <a:latin typeface="Calibri"/>
              </a:rPr>
              <a:t>The result: </a:t>
            </a:r>
            <a:r>
              <a:rPr sz="2000" b="1" i="0">
                <a:solidFill>
                  <a:srgbClr val="F8FAFC"/>
                </a:solidFill>
                <a:latin typeface="Calibri"/>
              </a:rPr>
              <a:t>great ideas stall at the starting 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Calibri"/>
              </a:rPr>
              <a:t>One sentence in. A full kit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94A3B8"/>
                </a:solidFill>
                <a:latin typeface="Calibri"/>
              </a:rPr>
              <a:t>Type one line — </a:t>
            </a:r>
            <a:r>
              <a:rPr sz="1800" b="1" i="0">
                <a:solidFill>
                  <a:srgbClr val="F8FAFC"/>
                </a:solidFill>
                <a:latin typeface="Calibri"/>
              </a:rPr>
              <a:t>“an app that helps students find part-time jobs”</a:t>
            </a:r>
            <a:r>
              <a:rPr sz="1800" b="0" i="0">
                <a:solidFill>
                  <a:srgbClr val="94A3B8"/>
                </a:solidFill>
                <a:latin typeface="Calibri"/>
              </a:rPr>
              <a:t> — and a crew of AI agents delivers a complete starter kit in ~30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51760"/>
            <a:ext cx="2587752" cy="228600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" y="292608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3520440"/>
            <a:ext cx="2039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Name &amp; tagline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23360"/>
            <a:ext cx="20391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94A3B8"/>
                </a:solidFill>
                <a:latin typeface="Calibri"/>
              </a:rPr>
              <a:t>A punchy identity + value proposition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66744" y="2651760"/>
            <a:ext cx="2587752" cy="228600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59352" y="29260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59352" y="3520440"/>
            <a:ext cx="2039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Landing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4023360"/>
            <a:ext cx="20391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94A3B8"/>
                </a:solidFill>
                <a:latin typeface="Calibri"/>
              </a:rPr>
              <a:t>Hero, three features, and a call to 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0528" y="2651760"/>
            <a:ext cx="2587752" cy="228600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03136" y="292608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03136" y="3520440"/>
            <a:ext cx="2039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Brand look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3136" y="4023360"/>
            <a:ext cx="20391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94A3B8"/>
                </a:solidFill>
                <a:latin typeface="Calibri"/>
              </a:rPr>
              <a:t>A 5-color palette, logo concept, and font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54312" y="2651760"/>
            <a:ext cx="2587752" cy="228600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46920" y="2926080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3520440"/>
            <a:ext cx="2039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Social captions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4023360"/>
            <a:ext cx="20391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94A3B8"/>
                </a:solidFill>
                <a:latin typeface="Calibri"/>
              </a:rPr>
              <a:t>Three launch posts, ready to publish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40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0" i="0">
                <a:solidFill>
                  <a:srgbClr val="94A3B8"/>
                </a:solidFill>
                <a:latin typeface="Calibri"/>
              </a:rPr>
              <a:t>You watch it appear live — </a:t>
            </a:r>
            <a:r>
              <a:rPr sz="1900" b="1" i="0">
                <a:solidFill>
                  <a:srgbClr val="38BDF8"/>
                </a:solidFill>
                <a:latin typeface="Calibri"/>
              </a:rPr>
              <a:t>the “wow” moment.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Calibri"/>
              </a:rPr>
              <a:t>A crew of four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  <a:latin typeface="Calibri"/>
              </a:rPr>
              <a:t>The Strategist runs first — then the other three work in parallel for speed.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2587752" cy="196596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" y="2578608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8FAFC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615184"/>
            <a:ext cx="14904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Calibri"/>
              </a:rPr>
              <a:t>Strategist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337560"/>
            <a:ext cx="2039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name · tagline · value prop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66744" y="2286000"/>
            <a:ext cx="2587752" cy="196596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59352" y="2578608"/>
            <a:ext cx="566928" cy="56692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8FAF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615184"/>
            <a:ext cx="14904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Calibri"/>
              </a:rPr>
              <a:t>Copywriter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3337560"/>
            <a:ext cx="2039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landing-page copy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0528" y="2286000"/>
            <a:ext cx="2587752" cy="196596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03136" y="2578608"/>
            <a:ext cx="566928" cy="56692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8FAFC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615184"/>
            <a:ext cx="14904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Calibri"/>
              </a:rPr>
              <a:t>Brand Designer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3136" y="3337560"/>
            <a:ext cx="2039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palette · logo · font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54312" y="2286000"/>
            <a:ext cx="2587752" cy="196596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46920" y="2578608"/>
            <a:ext cx="566928" cy="56692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8FAFC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4432" y="2615184"/>
            <a:ext cx="14904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Calibri"/>
              </a:rPr>
              <a:t>Social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337560"/>
            <a:ext cx="2039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3 launch captions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617720"/>
            <a:ext cx="10545775" cy="1417320"/>
          </a:xfrm>
          <a:prstGeom prst="roundRect">
            <a:avLst>
              <a:gd name="adj" fmla="val 9000"/>
            </a:avLst>
          </a:prstGeom>
          <a:solidFill>
            <a:srgbClr val="243147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828032"/>
            <a:ext cx="99669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38BDF8"/>
                </a:solidFill>
                <a:latin typeface="Calibri"/>
              </a:rPr>
              <a:t>Under the hood:  </a:t>
            </a:r>
            <a:r>
              <a:rPr sz="1550" b="0" i="0">
                <a:solidFill>
                  <a:srgbClr val="94A3B8"/>
                </a:solidFill>
                <a:latin typeface="Calibri"/>
              </a:rPr>
              <a:t>each agent is a single focused LLM call on </a:t>
            </a:r>
            <a:r>
              <a:rPr sz="1550" b="1" i="0">
                <a:solidFill>
                  <a:srgbClr val="F8FAFC"/>
                </a:solidFill>
                <a:latin typeface="Calibri"/>
              </a:rPr>
              <a:t>Fireworks AI, running on AMD GPUs</a:t>
            </a:r>
            <a:r>
              <a:rPr sz="1550" b="0" i="0">
                <a:solidFill>
                  <a:srgbClr val="94A3B8"/>
                </a:solidFill>
                <a:latin typeface="Calibri"/>
              </a:rPr>
              <a:t>, forced to return JSON so the UI renders reliably. The orchestrator is </a:t>
            </a:r>
            <a:r>
              <a:rPr sz="1550" b="1" i="0">
                <a:solidFill>
                  <a:srgbClr val="F8FAFC"/>
                </a:solidFill>
                <a:latin typeface="Calibri"/>
              </a:rPr>
              <a:t>resilient</a:t>
            </a:r>
            <a:r>
              <a:rPr sz="1550" b="0" i="0">
                <a:solidFill>
                  <a:srgbClr val="94A3B8"/>
                </a:solidFill>
                <a:latin typeface="Calibri"/>
              </a:rPr>
              <a:t> — if one agent fails, the others still return, so a live demo never breaks.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Calibri"/>
              </a:rPr>
              <a:t>Watch a brand appear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  <a:latin typeface="Calibri"/>
              </a:rPr>
              <a:t>The four agents light up one by one — then the full startup kit reveals, section by section.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286000"/>
            <a:ext cx="7772400" cy="3794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703320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94A3B8"/>
                </a:solidFill>
                <a:latin typeface="Calibri"/>
              </a:rPr>
              <a:t>App demo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343400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94A3B8"/>
                </a:solidFill>
                <a:latin typeface="Calibri"/>
              </a:rPr>
              <a:t>( live generated kit — added after the first real run 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Calibri"/>
              </a:rPr>
              <a:t>Built on AMD compute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94A3B8"/>
                </a:solidFill>
                <a:latin typeface="Calibri"/>
              </a:rPr>
              <a:t>Every agent runs on AMD GPUs — and the whole app is containerized for AMD Developer Cloud.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2587752" cy="214884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" y="26700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3246120"/>
            <a:ext cx="2039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730752"/>
            <a:ext cx="20391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94A3B8"/>
                </a:solidFill>
                <a:latin typeface="Calibri"/>
              </a:rPr>
              <a:t>React + Vite + Tailwind CSS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66744" y="2377440"/>
            <a:ext cx="2587752" cy="214884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59352" y="267004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59352" y="3246120"/>
            <a:ext cx="2039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3730752"/>
            <a:ext cx="20391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94A3B8"/>
                </a:solidFill>
                <a:latin typeface="Calibri"/>
              </a:rPr>
              <a:t>Python + FastAPI orchestration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0528" y="2377440"/>
            <a:ext cx="2587752" cy="214884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03136" y="267004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03136" y="3246120"/>
            <a:ext cx="2039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AI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3136" y="3730752"/>
            <a:ext cx="20391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94A3B8"/>
                </a:solidFill>
                <a:latin typeface="Calibri"/>
              </a:rPr>
              <a:t>Fireworks AI on AMD GPUs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54312" y="2377440"/>
            <a:ext cx="2587752" cy="214884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46920" y="2670048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3246120"/>
            <a:ext cx="2039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Packaging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730752"/>
            <a:ext cx="20391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94A3B8"/>
                </a:solidFill>
                <a:latin typeface="Calibri"/>
              </a:rPr>
              <a:t>Docker → AMD Developer Cloud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45775" cy="1097280"/>
          </a:xfrm>
          <a:prstGeom prst="roundRect">
            <a:avLst>
              <a:gd name="adj" fmla="val 9000"/>
            </a:avLst>
          </a:prstGeom>
          <a:solidFill>
            <a:srgbClr val="243147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029200"/>
            <a:ext cx="9966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  <a:latin typeface="Calibri"/>
              </a:rPr>
              <a:t>Fully containerized · publicly reproducible · </a:t>
            </a:r>
            <a:r>
              <a:rPr sz="1600" b="1" i="0">
                <a:solidFill>
                  <a:srgbClr val="F8FAFC"/>
                </a:solidFill>
                <a:latin typeface="Calibri"/>
              </a:rPr>
              <a:t>runs the same locally and on AMD Developer Cloud.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Calibri"/>
              </a:rPr>
              <a:t>Why AI Launchpad stands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3419856" cy="160020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184708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9072" y="1847088"/>
            <a:ext cx="236829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8FAFC"/>
                </a:solidFill>
                <a:latin typeface="Calibri"/>
              </a:rPr>
              <a:t>Live agent reveal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50591"/>
            <a:ext cx="29169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94A3B8"/>
                </a:solidFill>
                <a:latin typeface="Calibri"/>
              </a:rPr>
              <a:t>Judges watch the crew work, one by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1554480"/>
            <a:ext cx="3419856" cy="160020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91456" y="1847088"/>
            <a:ext cx="457200" cy="45720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3248" y="1847088"/>
            <a:ext cx="236829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8FAFC"/>
                </a:solidFill>
                <a:latin typeface="Calibri"/>
              </a:rPr>
              <a:t>Full brand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1456" y="2450591"/>
            <a:ext cx="29169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94A3B8"/>
                </a:solidFill>
                <a:latin typeface="Calibri"/>
              </a:rPr>
              <a:t>Name, page, palette, logo mark, captions.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11312" y="1554480"/>
            <a:ext cx="3419856" cy="160020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5632" y="1847088"/>
            <a:ext cx="457200" cy="45720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7424" y="1847088"/>
            <a:ext cx="236829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8FAFC"/>
                </a:solidFill>
                <a:latin typeface="Calibri"/>
              </a:rPr>
              <a:t>Download kit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85632" y="2450591"/>
            <a:ext cx="29169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94A3B8"/>
                </a:solidFill>
                <a:latin typeface="Calibri"/>
              </a:rPr>
              <a:t>Exports a standalone, brand-styled landing page.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429000"/>
            <a:ext cx="3419856" cy="160020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3721608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721608"/>
            <a:ext cx="236829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8FAFC"/>
                </a:solidFill>
                <a:latin typeface="Calibri"/>
              </a:rPr>
              <a:t>Works for any idea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29169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94A3B8"/>
                </a:solidFill>
                <a:latin typeface="Calibri"/>
              </a:rPr>
              <a:t>Coffee, fitness, tutoring — unique every 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17136" y="3429000"/>
            <a:ext cx="3419856" cy="160020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91456" y="3721608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3248" y="3721608"/>
            <a:ext cx="236829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8FAFC"/>
                </a:solidFill>
                <a:latin typeface="Calibri"/>
              </a:rPr>
              <a:t>Resilient by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1456" y="4325112"/>
            <a:ext cx="29169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94A3B8"/>
                </a:solidFill>
                <a:latin typeface="Calibri"/>
              </a:rPr>
              <a:t>One failed agent never breaks the demo.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3429000"/>
            <a:ext cx="3419856" cy="1600200"/>
          </a:xfrm>
          <a:prstGeom prst="roundRect">
            <a:avLst>
              <a:gd name="adj" fmla="val 9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  <a:effectLst>
            <a:outerShdw blurRad="90000" dist="400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85632" y="372160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8FAFC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721608"/>
            <a:ext cx="236829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8FAFC"/>
                </a:solidFill>
                <a:latin typeface="Calibri"/>
              </a:rPr>
              <a:t>Fully containerized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4325112"/>
            <a:ext cx="29169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94A3B8"/>
                </a:solidFill>
                <a:latin typeface="Calibri"/>
              </a:rPr>
              <a:t>Docker, ready for AMD Developer Cloud.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6289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8FAFC"/>
                </a:solidFill>
                <a:latin typeface="Calibri"/>
              </a:rPr>
              <a:t>The fastest way from idea to launch.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38BDF8"/>
                </a:solidFill>
                <a:latin typeface="Calibri"/>
              </a:rPr>
              <a:t>For every founder, student, and creator.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18407" y="4343400"/>
            <a:ext cx="475488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●  github.com/JeyanthBalaji/ai-launchpad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57800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8FAFC"/>
                </a:solidFill>
                <a:latin typeface="Calibri"/>
              </a:rPr>
              <a:t>AI </a:t>
            </a:r>
            <a:r>
              <a:rPr sz="1600" b="1" i="0">
                <a:solidFill>
                  <a:srgbClr val="38BDF8"/>
                </a:solidFill>
                <a:latin typeface="Calibri"/>
              </a:rPr>
              <a:t>Launchpad</a:t>
            </a:r>
            <a:r>
              <a:rPr sz="1600" b="0" i="0">
                <a:solidFill>
                  <a:srgbClr val="94A3B8"/>
                </a:solidFill>
                <a:latin typeface="Calibri"/>
              </a:rPr>
              <a:t>  ·  AMD Developer Hackathon: ACT 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